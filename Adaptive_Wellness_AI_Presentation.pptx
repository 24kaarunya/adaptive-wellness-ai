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ECF57A1-75B4-41F6-831F-B52013827863}">
          <p14:sldIdLst>
            <p14:sldId id="263"/>
            <p14:sldId id="256"/>
            <p14:sldId id="257"/>
            <p14:sldId id="258"/>
            <p14:sldId id="259"/>
            <p14:sldId id="260"/>
            <p14:sldId id="261"/>
            <p14:sldId id="262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794806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66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10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65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682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102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5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9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943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11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68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44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605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2364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61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30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52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58C25-1F71-9F0D-177C-83C597172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31371"/>
            <a:ext cx="7772400" cy="1132115"/>
          </a:xfrm>
        </p:spPr>
        <p:txBody>
          <a:bodyPr/>
          <a:lstStyle/>
          <a:p>
            <a:r>
              <a:rPr lang="en-IN" dirty="0"/>
              <a:t>Adaptive Wellness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BF8ED-F712-E099-47FE-1011F03DC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4628" y="2286000"/>
            <a:ext cx="6117771" cy="3352800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Team Name : K - Tech</a:t>
            </a:r>
            <a:br>
              <a:rPr lang="en-US" sz="2000" dirty="0"/>
            </a:br>
            <a:r>
              <a:rPr lang="en-US" sz="2000" dirty="0"/>
              <a:t>Project done by</a:t>
            </a:r>
          </a:p>
          <a:p>
            <a:pPr algn="l"/>
            <a:r>
              <a:rPr lang="en-US" sz="2000" dirty="0"/>
              <a:t>   Kaarunya M</a:t>
            </a:r>
            <a:br>
              <a:rPr lang="en-US" sz="2000" dirty="0"/>
            </a:br>
            <a:r>
              <a:rPr lang="en-US" sz="2000" dirty="0"/>
              <a:t>   Kanishga Sathiyamoorthy</a:t>
            </a:r>
            <a:br>
              <a:rPr lang="en-US" sz="2000" dirty="0"/>
            </a:br>
            <a:r>
              <a:rPr lang="en-US" sz="2000" dirty="0"/>
              <a:t> Hackathon Name : </a:t>
            </a:r>
            <a:r>
              <a:rPr lang="en-US" sz="2000" dirty="0" err="1"/>
              <a:t>Innov</a:t>
            </a:r>
            <a:r>
              <a:rPr lang="en-US" sz="2000" dirty="0"/>
              <a:t> - AI - </a:t>
            </a:r>
            <a:r>
              <a:rPr lang="en-US" sz="2000" dirty="0" err="1"/>
              <a:t>tion</a:t>
            </a:r>
            <a:br>
              <a:rPr lang="en-US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54031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Adaptive Wellness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925286"/>
            <a:ext cx="7704667" cy="5074530"/>
          </a:xfrm>
        </p:spPr>
        <p:txBody>
          <a:bodyPr/>
          <a:lstStyle/>
          <a:p>
            <a:r>
              <a:rPr dirty="0"/>
              <a:t>An Agentic AI System for Sustainable Fitness Behavior</a:t>
            </a:r>
          </a:p>
          <a:p>
            <a:r>
              <a:rPr dirty="0"/>
              <a:t>• Autonomous, failure-tolerant wellness AI</a:t>
            </a:r>
          </a:p>
          <a:p>
            <a:r>
              <a:rPr dirty="0"/>
              <a:t>• Designed for long-term habit formation</a:t>
            </a:r>
          </a:p>
          <a:p>
            <a:r>
              <a:rPr dirty="0"/>
              <a:t>• Healthcare &amp; Fitness Agentic Systems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576943"/>
            <a:ext cx="7704667" cy="5422873"/>
          </a:xfrm>
        </p:spPr>
        <p:txBody>
          <a:bodyPr/>
          <a:lstStyle/>
          <a:p>
            <a:r>
              <a:rPr dirty="0"/>
              <a:t>• Over 80% of fitness goals fail within 6 months</a:t>
            </a:r>
          </a:p>
          <a:p>
            <a:r>
              <a:rPr dirty="0"/>
              <a:t>• Traditional apps treat missed workouts as failure</a:t>
            </a:r>
          </a:p>
          <a:p>
            <a:r>
              <a:rPr dirty="0"/>
              <a:t>• No behavioral understanding or adaptability</a:t>
            </a:r>
          </a:p>
          <a:p>
            <a:r>
              <a:rPr dirty="0"/>
              <a:t>• Users quit instead of recovering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349829"/>
            <a:ext cx="7704667" cy="4649987"/>
          </a:xfrm>
        </p:spPr>
        <p:txBody>
          <a:bodyPr/>
          <a:lstStyle/>
          <a:p>
            <a:r>
              <a:rPr dirty="0"/>
              <a:t>• 6 specialized autonomous AI agents</a:t>
            </a:r>
          </a:p>
          <a:p>
            <a:r>
              <a:rPr dirty="0"/>
              <a:t>• Long-term behavioral reasoning</a:t>
            </a:r>
          </a:p>
          <a:p>
            <a:r>
              <a:rPr dirty="0"/>
              <a:t>• Autonomous plan adaptation</a:t>
            </a:r>
          </a:p>
          <a:p>
            <a:r>
              <a:rPr dirty="0"/>
              <a:t>• Learns from failures via self-reflection</a:t>
            </a:r>
          </a:p>
          <a:p>
            <a:r>
              <a:rPr dirty="0"/>
              <a:t>• Transparent decision explanations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903514"/>
            <a:ext cx="7704667" cy="5096302"/>
          </a:xfrm>
        </p:spPr>
        <p:txBody>
          <a:bodyPr/>
          <a:lstStyle/>
          <a:p>
            <a:r>
              <a:rPr dirty="0"/>
              <a:t>• Creates failure-tolerant fitness goals</a:t>
            </a:r>
          </a:p>
          <a:p>
            <a:r>
              <a:rPr dirty="0"/>
              <a:t>• Analyzes missed workouts (energy, schedule, motivation)</a:t>
            </a:r>
          </a:p>
          <a:p>
            <a:r>
              <a:rPr dirty="0"/>
              <a:t>• Automatically adjusts timing, intensity, frequency</a:t>
            </a:r>
          </a:p>
          <a:p>
            <a:r>
              <a:rPr dirty="0"/>
              <a:t>• Optimizes habits over months, not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457201"/>
            <a:ext cx="7704667" cy="5542615"/>
          </a:xfrm>
        </p:spPr>
        <p:txBody>
          <a:bodyPr/>
          <a:lstStyle/>
          <a:p>
            <a:r>
              <a:rPr dirty="0"/>
              <a:t>Frontend: Next.js 14, TypeScript, Tailwind CSS</a:t>
            </a:r>
          </a:p>
          <a:p>
            <a:r>
              <a:rPr dirty="0"/>
              <a:t>Backend: Next.js API, Prisma ORM</a:t>
            </a:r>
          </a:p>
          <a:p>
            <a:r>
              <a:rPr dirty="0"/>
              <a:t>Database: PostgreSQL / SQLite</a:t>
            </a:r>
          </a:p>
          <a:p>
            <a:r>
              <a:rPr dirty="0"/>
              <a:t>AI: OpenAI GPT-4 + Multi-agent orchestration</a:t>
            </a:r>
          </a:p>
          <a:p>
            <a:r>
              <a:rPr dirty="0"/>
              <a:t>Auth: NextAuth.js (Email &amp; Google OAuth)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164771"/>
            <a:ext cx="7704667" cy="4835045"/>
          </a:xfrm>
        </p:spPr>
        <p:txBody>
          <a:bodyPr/>
          <a:lstStyle/>
          <a:p>
            <a:r>
              <a:rPr dirty="0"/>
              <a:t>• Context-aware goal formulation</a:t>
            </a:r>
          </a:p>
          <a:p>
            <a:r>
              <a:rPr dirty="0"/>
              <a:t>• Autonomous plan adaptation</a:t>
            </a:r>
          </a:p>
          <a:p>
            <a:r>
              <a:rPr dirty="0"/>
              <a:t>• Behavioral trajectory analysis</a:t>
            </a:r>
          </a:p>
          <a:p>
            <a:r>
              <a:rPr dirty="0"/>
              <a:t>• Weekly meta-cognitive reflection</a:t>
            </a:r>
          </a:p>
          <a:p>
            <a:r>
              <a:rPr dirty="0"/>
              <a:t>• Explainable AI reasoning</a:t>
            </a:r>
          </a:p>
          <a:p>
            <a:r>
              <a:rPr dirty="0"/>
              <a:t>• Ethics-first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Competition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457201"/>
            <a:ext cx="7704667" cy="5542615"/>
          </a:xfrm>
        </p:spPr>
        <p:txBody>
          <a:bodyPr/>
          <a:lstStyle/>
          <a:p>
            <a:r>
              <a:rPr dirty="0"/>
              <a:t>• Encourages consistency over perfection</a:t>
            </a:r>
          </a:p>
          <a:p>
            <a:r>
              <a:rPr dirty="0"/>
              <a:t>• Reduces dropout via intelligent recovery</a:t>
            </a:r>
          </a:p>
          <a:p>
            <a:r>
              <a:rPr dirty="0"/>
              <a:t>• Demonstrates advanced agentic reasoning</a:t>
            </a:r>
          </a:p>
          <a:p>
            <a:r>
              <a:rPr dirty="0"/>
              <a:t>• Ideal for digital wellness platforms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A4120-FF7E-194E-AE97-DFCB414F3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6147933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82615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13</TotalTime>
  <Words>253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Parallax</vt:lpstr>
      <vt:lpstr>Adaptive Wellness AI</vt:lpstr>
      <vt:lpstr>Adaptive Wellness AI</vt:lpstr>
      <vt:lpstr>Problem Statement</vt:lpstr>
      <vt:lpstr>Core Innovation</vt:lpstr>
      <vt:lpstr>How It Works</vt:lpstr>
      <vt:lpstr>Tech Stack</vt:lpstr>
      <vt:lpstr>Key Features</vt:lpstr>
      <vt:lpstr>Impact &amp; Competition Fit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kanisathiya06@gmail.com</cp:lastModifiedBy>
  <cp:revision>2</cp:revision>
  <dcterms:created xsi:type="dcterms:W3CDTF">2013-01-27T09:14:16Z</dcterms:created>
  <dcterms:modified xsi:type="dcterms:W3CDTF">2025-12-28T09:43:50Z</dcterms:modified>
  <cp:category/>
</cp:coreProperties>
</file>